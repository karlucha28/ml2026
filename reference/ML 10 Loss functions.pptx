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5"/>
  </p:notesMasterIdLst>
  <p:handoutMasterIdLst>
    <p:handoutMasterId r:id="rId6"/>
  </p:handoutMasterIdLst>
  <p:sldIdLst>
    <p:sldId id="258" r:id="rId2"/>
    <p:sldId id="308" r:id="rId3"/>
    <p:sldId id="307" r:id="rId4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3681" autoAdjust="0"/>
  </p:normalViewPr>
  <p:slideViewPr>
    <p:cSldViewPr snapToGrid="0">
      <p:cViewPr varScale="1">
        <p:scale>
          <a:sx n="90" d="100"/>
          <a:sy n="90" d="100"/>
        </p:scale>
        <p:origin x="13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029282" cy="351957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1"/>
            <a:ext cx="4029282" cy="351957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>
              <a:defRPr sz="1200"/>
            </a:lvl1pPr>
          </a:lstStyle>
          <a:p>
            <a:fld id="{085BC133-C6D8-48A3-B4EA-C942741A44E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5"/>
            <a:ext cx="4029282" cy="351957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5"/>
            <a:ext cx="4029282" cy="351957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>
              <a:defRPr sz="1200"/>
            </a:lvl1pPr>
          </a:lstStyle>
          <a:p>
            <a:fld id="{2958B6B9-6C5B-4AC1-8EA5-52242FF98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B2368CC4-54C5-461B-B50D-044FC93C64E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4" tIns="46582" rIns="93164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64" tIns="46582" rIns="93164" bIns="4658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9ACD95F9-BF71-4FF4-A282-A7226EE08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4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6E0C7-B0E3-4A09-8EF1-B32FB019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7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6E0C7-B0E3-4A09-8EF1-B32FB019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64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57099" y="6233263"/>
            <a:ext cx="3029802" cy="48291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050" dirty="0"/>
              <a:t>The City College of New York</a:t>
            </a:r>
          </a:p>
          <a:p>
            <a:pPr algn="ctr"/>
            <a:r>
              <a:rPr lang="en-US" sz="1050" dirty="0"/>
              <a:t>CSc 44700 -- Introduction to Machine Learning</a:t>
            </a:r>
          </a:p>
          <a:p>
            <a:pPr algn="ctr"/>
            <a:r>
              <a:rPr lang="en-US" sz="1050" dirty="0"/>
              <a:t>Fall 2026 – © 2026 Erik K. Grimmelmann, Ph.D.</a:t>
            </a:r>
            <a:endParaRPr lang="en-US" sz="105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6E0C7-B0E3-4A09-8EF1-B32FB019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08903"/>
            <a:ext cx="7772400" cy="658607"/>
          </a:xfrm>
        </p:spPr>
        <p:txBody>
          <a:bodyPr/>
          <a:lstStyle/>
          <a:p>
            <a:r>
              <a:rPr lang="en-US" dirty="0"/>
              <a:t>Common Loss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6E0C7-B0E3-4A09-8EF1-B32FB019BD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8102"/>
          </a:xfrm>
        </p:spPr>
        <p:txBody>
          <a:bodyPr/>
          <a:lstStyle/>
          <a:p>
            <a:r>
              <a:rPr lang="en-US" dirty="0"/>
              <a:t>Loss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6E0C7-B0E3-4A09-8EF1-B32FB019BD5B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84D63-78FC-4ECE-88DA-F7AB1A614980}"/>
              </a:ext>
            </a:extLst>
          </p:cNvPr>
          <p:cNvSpPr txBox="1"/>
          <p:nvPr/>
        </p:nvSpPr>
        <p:spPr>
          <a:xfrm>
            <a:off x="7167717" y="6153459"/>
            <a:ext cx="1575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Scikit-learn</a:t>
            </a:r>
          </a:p>
        </p:txBody>
      </p:sp>
      <p:pic>
        <p:nvPicPr>
          <p:cNvPr id="41990" name="Picture 6" descr="Plot of loss functions as a function of the decision function">
            <a:extLst>
              <a:ext uri="{FF2B5EF4-FFF2-40B4-BE49-F238E27FC236}">
                <a16:creationId xmlns:a16="http://schemas.microsoft.com/office/drawing/2014/main" id="{FB47FF65-DE19-48F5-82AF-49110CC15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322" y="993229"/>
            <a:ext cx="6917356" cy="50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16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8102"/>
          </a:xfrm>
        </p:spPr>
        <p:txBody>
          <a:bodyPr/>
          <a:lstStyle/>
          <a:p>
            <a:r>
              <a:rPr lang="en-US" dirty="0"/>
              <a:t>Formulas for common loss functions</a:t>
            </a:r>
          </a:p>
        </p:txBody>
      </p:sp>
      <p:graphicFrame>
        <p:nvGraphicFramePr>
          <p:cNvPr id="9" name="Object 8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087440"/>
              </p:ext>
            </p:extLst>
          </p:nvPr>
        </p:nvGraphicFramePr>
        <p:xfrm>
          <a:off x="1305079" y="1161138"/>
          <a:ext cx="5862638" cy="482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7120" imgH="2743200" progId="Equation.DSMT4">
                  <p:embed/>
                </p:oleObj>
              </mc:Choice>
              <mc:Fallback>
                <p:oleObj name="Equation" r:id="rId2" imgW="3327120" imgH="274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5079" y="1161138"/>
                        <a:ext cx="5862638" cy="482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46E0C7-B0E3-4A09-8EF1-B32FB019BD5B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84D63-78FC-4ECE-88DA-F7AB1A614980}"/>
              </a:ext>
            </a:extLst>
          </p:cNvPr>
          <p:cNvSpPr txBox="1"/>
          <p:nvPr/>
        </p:nvSpPr>
        <p:spPr>
          <a:xfrm>
            <a:off x="7167717" y="6153459"/>
            <a:ext cx="1575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Scikit-learn</a:t>
            </a:r>
          </a:p>
        </p:txBody>
      </p:sp>
    </p:spTree>
    <p:extLst>
      <p:ext uri="{BB962C8B-B14F-4D97-AF65-F5344CB8AC3E}">
        <p14:creationId xmlns:p14="http://schemas.microsoft.com/office/powerpoint/2010/main" val="42893562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L 4.pptx" id="{64B2721A-5DC7-49C9-80C0-1FCBF9A53174}" vid="{30ECEC55-8025-4063-B582-643B68783D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4619</TotalTime>
  <Words>18</Words>
  <Application>Microsoft Office PowerPoint</Application>
  <PresentationFormat>On-screen Show (4:3)</PresentationFormat>
  <Paragraphs>9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1_Office Theme</vt:lpstr>
      <vt:lpstr>Equation</vt:lpstr>
      <vt:lpstr>Common Loss Functions</vt:lpstr>
      <vt:lpstr>Loss functions</vt:lpstr>
      <vt:lpstr>Formulas for common loss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Grimmelmann</dc:creator>
  <cp:lastModifiedBy>Erik Grimmelmann</cp:lastModifiedBy>
  <cp:revision>343</cp:revision>
  <cp:lastPrinted>2019-02-19T22:58:05Z</cp:lastPrinted>
  <dcterms:created xsi:type="dcterms:W3CDTF">2017-02-25T17:52:53Z</dcterms:created>
  <dcterms:modified xsi:type="dcterms:W3CDTF">2026-07-21T18:09:48Z</dcterms:modified>
</cp:coreProperties>
</file>